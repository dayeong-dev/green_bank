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6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C1C0104-49C9-4FB0-B31C-C892C27E0422}">
          <p14:sldIdLst>
            <p14:sldId id="256"/>
            <p14:sldId id="261"/>
            <p14:sldId id="257"/>
            <p14:sldId id="258"/>
            <p14:sldId id="259"/>
            <p14:sldId id="260"/>
            <p14:sldId id="266"/>
            <p14:sldId id="263"/>
            <p14:sldId id="264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3" autoAdjust="0"/>
    <p:restoredTop sz="94660"/>
  </p:normalViewPr>
  <p:slideViewPr>
    <p:cSldViewPr snapToGrid="0">
      <p:cViewPr varScale="1">
        <p:scale>
          <a:sx n="54" d="100"/>
          <a:sy n="54" d="100"/>
        </p:scale>
        <p:origin x="90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8362B-6A21-3A62-876F-065467D39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6A8930-A81F-3370-1264-258E734D2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0457BE-7D3D-1B8F-4D3F-87DA6909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82227-6089-4826-B8C3-239BDA69F5AF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C80D54-0C9D-9B68-259F-54EFB9DE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466483-29DB-525C-F7B5-BE586C76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B736-32EF-49D8-8B76-472F7FAE7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397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DFDAC-7693-5255-FC98-275B11F6E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0EA5D-AE2C-9A56-D646-F1EE9BA7B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AED1BD-182E-231C-72B2-6A97C4546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82227-6089-4826-B8C3-239BDA69F5AF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7A2A1-968C-559C-A940-492355C91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5002C2-FB14-2372-ADE3-0FC828BD4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B736-32EF-49D8-8B76-472F7FAE7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757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F3C154-6C17-E12E-0EC5-C65A415D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07C727-E271-34E8-C918-43857E575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C3BF79-E23C-127B-263E-A82BEB1B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82227-6089-4826-B8C3-239BDA69F5AF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DD08DD-E59B-02D8-A729-4D5BC6E4C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3B97BE-A073-7BD8-7BC0-5406FD71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B736-32EF-49D8-8B76-472F7FAE7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546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88648A-5C65-1B49-7677-26CFFA5D3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FFC495-1611-90E6-5055-6A866511F2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25AF55-CBD0-45C8-25AF-2F76E75F3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7E170B-4A30-434C-D0C7-615C3B2A4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82227-6089-4826-B8C3-239BDA69F5AF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3FFEF3-D9A3-E7C9-A123-EEB4014CF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671BB2-DF66-5845-57CE-E105B9B8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B736-32EF-49D8-8B76-472F7FAE7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155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83D981-BD7F-513F-2E2F-3EC50E44F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63D003-5CB2-6714-46F3-72FBCF22B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7ED9BA-B48D-9165-39B1-644897964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F632BF2-5C6C-4B21-3FEB-4606D531D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D38071-E782-B8BB-4122-BD957F333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5885A50-959A-A615-587F-64B67D1CD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82227-6089-4826-B8C3-239BDA69F5AF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DAA374-EB78-D172-A786-B149E37F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679E7C-38F5-1FC8-23B5-71474DFC6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B736-32EF-49D8-8B76-472F7FAE7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66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14119-159E-0C34-DB41-55D7CC0E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3C7027-85E5-E5C6-298A-4CFDA5AC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82227-6089-4826-B8C3-239BDA69F5AF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73BB5AB-C695-E640-8CED-C7FFF1575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BB4165-5634-3679-3131-14B6440A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B736-32EF-49D8-8B76-472F7FAE7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77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E950B5-EDAB-FF1A-6F31-F3533271A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82227-6089-4826-B8C3-239BDA69F5AF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DF2073-D488-FD80-FC94-53AC67D33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8525EC-D450-F316-AC2C-2C964DDDC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B736-32EF-49D8-8B76-472F7FAE7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90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A78B04-B205-C12C-A77B-21446055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38414E-7967-B975-5F05-DB6D3B574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8B62C6-FCA1-487D-D2E0-F3786D660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38224E-7715-0955-8978-35439C540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82227-6089-4826-B8C3-239BDA69F5AF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138AF7-219D-04D8-E099-DF79F169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8BB055-1731-FCF7-34A8-E07BE284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B736-32EF-49D8-8B76-472F7FAE7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019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C4691-7125-4E27-FC8A-5717A887E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2C52D3-A8E2-4303-D198-A3378AC54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8CA3EA-D813-B77F-0E11-25685AEBA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A1C331-13F2-D90E-5BD5-52F7F3D81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82227-6089-4826-B8C3-239BDA69F5AF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A41099-F6AF-BF67-4ED8-DA5A3C4E1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3D77DC-B9F4-C394-B4A2-442DBF8AD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B736-32EF-49D8-8B76-472F7FAE7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611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5D2B8-44B7-A2FC-76D0-AA6F594A7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AEB526-9875-A60F-52EA-CFF21BC49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BC9F50-B057-48B8-9AAC-0C24C247C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82227-6089-4826-B8C3-239BDA69F5AF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1C5055-C1C3-1625-7A01-BA1689D5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5DB845-19F8-23CD-A6FF-F7BC7AC6D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B736-32EF-49D8-8B76-472F7FAE7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59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F63DB28-415A-1B50-3C85-5519AC510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E2650B-FD37-91CA-D529-F242E03A4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9247C1-476D-C5EA-1FF8-BFE3C28B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82227-6089-4826-B8C3-239BDA69F5AF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B91DA7-B218-3E8F-BD3F-0A983D614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BD991E-BF5F-81B4-D98B-7408F25E9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0B736-32EF-49D8-8B76-472F7FAE7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953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942B9B-F736-4F45-2873-C1BD3CFD7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01D20E-E92D-EFAF-F744-2FD18B48F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FCE2F-F483-5788-9420-F7160A1AB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82227-6089-4826-B8C3-239BDA69F5AF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87761A-EF94-0F6A-325F-1C740E66B1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3F7C10-CBD2-C8C4-40BA-349D41B10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0B736-32EF-49D8-8B76-472F7FAE72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643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87B379C-A0FF-1052-FDCF-707C62EA3495}"/>
              </a:ext>
            </a:extLst>
          </p:cNvPr>
          <p:cNvSpPr/>
          <p:nvPr/>
        </p:nvSpPr>
        <p:spPr>
          <a:xfrm>
            <a:off x="3311236" y="3181874"/>
            <a:ext cx="5209310" cy="7897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55F30F-FF30-2487-E7F5-EC3E8C92FB5E}"/>
              </a:ext>
            </a:extLst>
          </p:cNvPr>
          <p:cNvSpPr/>
          <p:nvPr/>
        </p:nvSpPr>
        <p:spPr>
          <a:xfrm>
            <a:off x="3311236" y="1997310"/>
            <a:ext cx="5209310" cy="7897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EBC78E-0512-5ECF-BC64-BDD1D7D4DF63}"/>
              </a:ext>
            </a:extLst>
          </p:cNvPr>
          <p:cNvSpPr txBox="1"/>
          <p:nvPr/>
        </p:nvSpPr>
        <p:spPr>
          <a:xfrm>
            <a:off x="5109419" y="577379"/>
            <a:ext cx="1612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/>
              <a:t>LOGIN</a:t>
            </a:r>
            <a:endParaRPr lang="ko-KR" altLang="en-US" sz="3600" b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BE2795-0598-9EA4-9010-1DA968882550}"/>
              </a:ext>
            </a:extLst>
          </p:cNvPr>
          <p:cNvSpPr txBox="1"/>
          <p:nvPr/>
        </p:nvSpPr>
        <p:spPr>
          <a:xfrm>
            <a:off x="2295758" y="2053027"/>
            <a:ext cx="1242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/>
              <a:t>ID</a:t>
            </a:r>
            <a:endParaRPr lang="ko-KR" altLang="en-US" sz="4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7938FD-1883-5435-61DA-15393BCBD50C}"/>
              </a:ext>
            </a:extLst>
          </p:cNvPr>
          <p:cNvSpPr txBox="1"/>
          <p:nvPr/>
        </p:nvSpPr>
        <p:spPr>
          <a:xfrm>
            <a:off x="2193897" y="3263697"/>
            <a:ext cx="1242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/>
              <a:t>PW</a:t>
            </a:r>
            <a:endParaRPr lang="ko-KR" altLang="en-US" sz="400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A4DC94D-9B80-6E67-18EB-5F6921DD61EB}"/>
              </a:ext>
            </a:extLst>
          </p:cNvPr>
          <p:cNvGrpSpPr/>
          <p:nvPr/>
        </p:nvGrpSpPr>
        <p:grpSpPr>
          <a:xfrm>
            <a:off x="10020534" y="5681105"/>
            <a:ext cx="1939637" cy="789709"/>
            <a:chOff x="6414654" y="5107820"/>
            <a:chExt cx="1939637" cy="78970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924418E-1C43-078A-CC02-BE88204B0787}"/>
                </a:ext>
              </a:extLst>
            </p:cNvPr>
            <p:cNvSpPr/>
            <p:nvPr/>
          </p:nvSpPr>
          <p:spPr>
            <a:xfrm>
              <a:off x="6414654" y="5107820"/>
              <a:ext cx="1939637" cy="7897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153B12B-E7B6-CBD3-0550-29190CD7AC0B}"/>
                </a:ext>
              </a:extLst>
            </p:cNvPr>
            <p:cNvSpPr txBox="1"/>
            <p:nvPr/>
          </p:nvSpPr>
          <p:spPr>
            <a:xfrm>
              <a:off x="6763457" y="5302619"/>
              <a:ext cx="12420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/>
                <a:t>회원가입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797F133-2B3E-F352-EDD3-4B987BA7F988}"/>
              </a:ext>
            </a:extLst>
          </p:cNvPr>
          <p:cNvGrpSpPr/>
          <p:nvPr/>
        </p:nvGrpSpPr>
        <p:grpSpPr>
          <a:xfrm>
            <a:off x="4782724" y="4641678"/>
            <a:ext cx="1939637" cy="789709"/>
            <a:chOff x="6414654" y="5107820"/>
            <a:chExt cx="1939637" cy="789709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8A485C6-249D-53E0-1E2A-7CBDC0A70133}"/>
                </a:ext>
              </a:extLst>
            </p:cNvPr>
            <p:cNvSpPr/>
            <p:nvPr/>
          </p:nvSpPr>
          <p:spPr>
            <a:xfrm>
              <a:off x="6414654" y="5107820"/>
              <a:ext cx="1939637" cy="7897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AD06772-15A8-5312-0C39-43F33C527CF7}"/>
                </a:ext>
              </a:extLst>
            </p:cNvPr>
            <p:cNvSpPr txBox="1"/>
            <p:nvPr/>
          </p:nvSpPr>
          <p:spPr>
            <a:xfrm>
              <a:off x="6926805" y="5317714"/>
              <a:ext cx="12420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/>
                <a:t>로그인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409098F-261C-3434-70B6-675492EAC9A8}"/>
              </a:ext>
            </a:extLst>
          </p:cNvPr>
          <p:cNvSpPr txBox="1"/>
          <p:nvPr/>
        </p:nvSpPr>
        <p:spPr>
          <a:xfrm>
            <a:off x="7452529" y="6101482"/>
            <a:ext cx="2393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회원이 아니라면</a:t>
            </a:r>
            <a:r>
              <a:rPr lang="en-US" altLang="ko-KR"/>
              <a:t>? &gt;&gt;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331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65FC3-8C81-0B22-A142-481E2121C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2044559-159C-BE03-10B6-82F739C6E068}"/>
              </a:ext>
            </a:extLst>
          </p:cNvPr>
          <p:cNvSpPr txBox="1"/>
          <p:nvPr/>
        </p:nvSpPr>
        <p:spPr>
          <a:xfrm>
            <a:off x="5109419" y="577379"/>
            <a:ext cx="1710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/>
              <a:t>Sign in</a:t>
            </a:r>
            <a:endParaRPr lang="ko-KR" altLang="en-US" sz="3600" b="1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EEDAB65-0FD3-A4F6-DB5E-BEE7E20C6309}"/>
              </a:ext>
            </a:extLst>
          </p:cNvPr>
          <p:cNvGrpSpPr/>
          <p:nvPr/>
        </p:nvGrpSpPr>
        <p:grpSpPr>
          <a:xfrm>
            <a:off x="10020534" y="5681105"/>
            <a:ext cx="2171466" cy="789709"/>
            <a:chOff x="6414654" y="5107820"/>
            <a:chExt cx="2171466" cy="78970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8B2E5D8-7010-1910-627A-CC888DD16172}"/>
                </a:ext>
              </a:extLst>
            </p:cNvPr>
            <p:cNvSpPr/>
            <p:nvPr/>
          </p:nvSpPr>
          <p:spPr>
            <a:xfrm>
              <a:off x="6414654" y="5107820"/>
              <a:ext cx="1939637" cy="7897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6B78CC-1DAF-110D-8AFF-C6110C3E5342}"/>
                </a:ext>
              </a:extLst>
            </p:cNvPr>
            <p:cNvSpPr txBox="1"/>
            <p:nvPr/>
          </p:nvSpPr>
          <p:spPr>
            <a:xfrm>
              <a:off x="6646483" y="5328142"/>
              <a:ext cx="19396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/>
                <a:t>로그인 이동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93BCF5D-2F6B-E16F-06F1-6BF04F04DF23}"/>
              </a:ext>
            </a:extLst>
          </p:cNvPr>
          <p:cNvGrpSpPr/>
          <p:nvPr/>
        </p:nvGrpSpPr>
        <p:grpSpPr>
          <a:xfrm>
            <a:off x="4739472" y="5681104"/>
            <a:ext cx="1939637" cy="789709"/>
            <a:chOff x="6414654" y="5107820"/>
            <a:chExt cx="1939637" cy="789709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467D5DF-F7B9-457E-72F9-F47EA6FFDDD3}"/>
                </a:ext>
              </a:extLst>
            </p:cNvPr>
            <p:cNvSpPr/>
            <p:nvPr/>
          </p:nvSpPr>
          <p:spPr>
            <a:xfrm>
              <a:off x="6414654" y="5107820"/>
              <a:ext cx="1939637" cy="7897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142256C-39CC-BC79-1A29-7607F5038277}"/>
                </a:ext>
              </a:extLst>
            </p:cNvPr>
            <p:cNvSpPr txBox="1"/>
            <p:nvPr/>
          </p:nvSpPr>
          <p:spPr>
            <a:xfrm>
              <a:off x="6926805" y="5317714"/>
              <a:ext cx="12420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/>
                <a:t>회원가입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DC4658F-8AE9-A169-B2C5-5727AEB3E31A}"/>
              </a:ext>
            </a:extLst>
          </p:cNvPr>
          <p:cNvSpPr txBox="1"/>
          <p:nvPr/>
        </p:nvSpPr>
        <p:spPr>
          <a:xfrm>
            <a:off x="7452529" y="6101482"/>
            <a:ext cx="2393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이미 회원이라면</a:t>
            </a:r>
            <a:r>
              <a:rPr lang="en-US" altLang="ko-KR"/>
              <a:t>? &gt;&gt;</a:t>
            </a:r>
            <a:endParaRPr lang="ko-KR" altLang="en-US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C82431F-0F52-D9B9-7DA2-FFE67AC3A7BF}"/>
              </a:ext>
            </a:extLst>
          </p:cNvPr>
          <p:cNvGrpSpPr/>
          <p:nvPr/>
        </p:nvGrpSpPr>
        <p:grpSpPr>
          <a:xfrm>
            <a:off x="3262488" y="1821549"/>
            <a:ext cx="5667023" cy="3262155"/>
            <a:chOff x="2057029" y="1433604"/>
            <a:chExt cx="8312308" cy="535270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A6E4A7E-EAC6-BE20-2015-B73F2198D433}"/>
                </a:ext>
              </a:extLst>
            </p:cNvPr>
            <p:cNvSpPr/>
            <p:nvPr/>
          </p:nvSpPr>
          <p:spPr>
            <a:xfrm>
              <a:off x="3299060" y="2433207"/>
              <a:ext cx="5209310" cy="7897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9723580-6D14-C58D-9682-349EF65A3D70}"/>
                </a:ext>
              </a:extLst>
            </p:cNvPr>
            <p:cNvSpPr/>
            <p:nvPr/>
          </p:nvSpPr>
          <p:spPr>
            <a:xfrm>
              <a:off x="3299060" y="1433604"/>
              <a:ext cx="5209310" cy="7897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2A9310B-3494-93AA-6E79-5DDF90CFF9B8}"/>
                </a:ext>
              </a:extLst>
            </p:cNvPr>
            <p:cNvSpPr txBox="1"/>
            <p:nvPr/>
          </p:nvSpPr>
          <p:spPr>
            <a:xfrm>
              <a:off x="2283582" y="1489321"/>
              <a:ext cx="1242030" cy="656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/>
                <a:t>ID</a:t>
              </a:r>
              <a:endParaRPr lang="ko-KR" altLang="en-US" sz="20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2046A67-E8A4-D73D-53EF-0BB5ED978AD8}"/>
                </a:ext>
              </a:extLst>
            </p:cNvPr>
            <p:cNvSpPr txBox="1"/>
            <p:nvPr/>
          </p:nvSpPr>
          <p:spPr>
            <a:xfrm>
              <a:off x="2181721" y="2515030"/>
              <a:ext cx="1242030" cy="656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/>
                <a:t>PW</a:t>
              </a:r>
              <a:endParaRPr lang="ko-KR" altLang="en-US" sz="2000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EE03E48D-F35C-A257-999A-CBBB533F8F25}"/>
                </a:ext>
              </a:extLst>
            </p:cNvPr>
            <p:cNvSpPr/>
            <p:nvPr/>
          </p:nvSpPr>
          <p:spPr>
            <a:xfrm>
              <a:off x="8859795" y="1658889"/>
              <a:ext cx="1509542" cy="36874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중복확인</a:t>
              </a: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5EA4BC2-32DA-9F08-965D-5539B73D65D8}"/>
                </a:ext>
              </a:extLst>
            </p:cNvPr>
            <p:cNvSpPr/>
            <p:nvPr/>
          </p:nvSpPr>
          <p:spPr>
            <a:xfrm>
              <a:off x="3299060" y="3482115"/>
              <a:ext cx="5209310" cy="7897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16BF41-9E31-FBCE-CB2C-2CC609537489}"/>
                </a:ext>
              </a:extLst>
            </p:cNvPr>
            <p:cNvSpPr txBox="1"/>
            <p:nvPr/>
          </p:nvSpPr>
          <p:spPr>
            <a:xfrm>
              <a:off x="2066952" y="3651509"/>
              <a:ext cx="1242030" cy="505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PW</a:t>
              </a:r>
              <a:r>
                <a:rPr lang="ko-KR" altLang="en-US" sz="1400"/>
                <a:t>확인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31AE1B6-B8A9-C437-DD08-D7D04CDF45A7}"/>
                </a:ext>
              </a:extLst>
            </p:cNvPr>
            <p:cNvSpPr/>
            <p:nvPr/>
          </p:nvSpPr>
          <p:spPr>
            <a:xfrm>
              <a:off x="3299059" y="4726462"/>
              <a:ext cx="5209309" cy="7897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279DCA-7E41-67F2-E1F0-EFF1FFED300D}"/>
                </a:ext>
              </a:extLst>
            </p:cNvPr>
            <p:cNvSpPr txBox="1"/>
            <p:nvPr/>
          </p:nvSpPr>
          <p:spPr>
            <a:xfrm>
              <a:off x="2181720" y="4825250"/>
              <a:ext cx="1242030" cy="505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이름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9B5D672-13E6-5871-B6EF-3DB20E0ADDA9}"/>
                </a:ext>
              </a:extLst>
            </p:cNvPr>
            <p:cNvSpPr/>
            <p:nvPr/>
          </p:nvSpPr>
          <p:spPr>
            <a:xfrm>
              <a:off x="3337451" y="5996600"/>
              <a:ext cx="5209308" cy="7897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58DE822-EF7A-B193-8B85-E30438687FC6}"/>
                </a:ext>
              </a:extLst>
            </p:cNvPr>
            <p:cNvSpPr txBox="1"/>
            <p:nvPr/>
          </p:nvSpPr>
          <p:spPr>
            <a:xfrm>
              <a:off x="2057029" y="6086110"/>
              <a:ext cx="1242030" cy="454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전화번호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2038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4DE4C02-7367-1A7C-289E-2CEFD1669492}"/>
              </a:ext>
            </a:extLst>
          </p:cNvPr>
          <p:cNvSpPr/>
          <p:nvPr/>
        </p:nvSpPr>
        <p:spPr>
          <a:xfrm>
            <a:off x="3207327" y="1306764"/>
            <a:ext cx="5777345" cy="8035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예금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5BF4B1-8A47-DCB4-2B4E-078EBD3E4313}"/>
              </a:ext>
            </a:extLst>
          </p:cNvPr>
          <p:cNvSpPr/>
          <p:nvPr/>
        </p:nvSpPr>
        <p:spPr>
          <a:xfrm>
            <a:off x="3207324" y="5224482"/>
            <a:ext cx="5777345" cy="8035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펀드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E95F70-5F47-27E7-3EFC-AF89EEE8D4E2}"/>
              </a:ext>
            </a:extLst>
          </p:cNvPr>
          <p:cNvSpPr/>
          <p:nvPr/>
        </p:nvSpPr>
        <p:spPr>
          <a:xfrm>
            <a:off x="3207322" y="2654813"/>
            <a:ext cx="5777345" cy="8035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</a:t>
            </a:r>
            <a:r>
              <a:rPr lang="ko-KR" altLang="en-US"/>
              <a:t>ㄷ  </a:t>
            </a:r>
            <a:r>
              <a:rPr lang="ko-KR" altLang="en-US">
                <a:solidFill>
                  <a:schemeClr val="tx1"/>
                </a:solidFill>
              </a:rPr>
              <a:t>카드</a:t>
            </a:r>
            <a:r>
              <a:rPr lang="en-US" altLang="ko-KR"/>
              <a:t> </a:t>
            </a:r>
            <a:r>
              <a:rPr lang="ko-KR" altLang="en-US"/>
              <a:t>문의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D9EFD3-C4B3-A810-B6A9-280EF29627E3}"/>
              </a:ext>
            </a:extLst>
          </p:cNvPr>
          <p:cNvSpPr/>
          <p:nvPr/>
        </p:nvSpPr>
        <p:spPr>
          <a:xfrm>
            <a:off x="3207323" y="4002862"/>
            <a:ext cx="5777345" cy="8035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1    </a:t>
            </a:r>
            <a:r>
              <a:rPr lang="ko-KR" altLang="en-US">
                <a:solidFill>
                  <a:schemeClr val="tx1"/>
                </a:solidFill>
              </a:rPr>
              <a:t>대출</a:t>
            </a:r>
            <a:r>
              <a:rPr lang="ko-KR" altLang="en-US"/>
              <a:t>문의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AE76EF-3AC7-6820-3C74-DC8244C824C4}"/>
              </a:ext>
            </a:extLst>
          </p:cNvPr>
          <p:cNvSpPr txBox="1"/>
          <p:nvPr/>
        </p:nvSpPr>
        <p:spPr>
          <a:xfrm>
            <a:off x="4799806" y="365488"/>
            <a:ext cx="2592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/>
              <a:t>문의 유형 선택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0B79D2-A44B-D866-BC64-4016063F4214}"/>
              </a:ext>
            </a:extLst>
          </p:cNvPr>
          <p:cNvSpPr txBox="1"/>
          <p:nvPr/>
        </p:nvSpPr>
        <p:spPr>
          <a:xfrm>
            <a:off x="7690950" y="166877"/>
            <a:ext cx="2396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@@@</a:t>
            </a:r>
            <a:r>
              <a:rPr lang="ko-KR" altLang="en-US"/>
              <a:t>님 환영합니다</a:t>
            </a:r>
            <a:r>
              <a:rPr lang="en-US" altLang="ko-KR"/>
              <a:t>!</a:t>
            </a:r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6484AA-5CCF-8048-236C-FCD1D9E19EA6}"/>
              </a:ext>
            </a:extLst>
          </p:cNvPr>
          <p:cNvSpPr txBox="1"/>
          <p:nvPr/>
        </p:nvSpPr>
        <p:spPr>
          <a:xfrm>
            <a:off x="11170108" y="20228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로그아웃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EA1C06-57C7-D8D0-EDC0-6FE2703E4BFB}"/>
              </a:ext>
            </a:extLst>
          </p:cNvPr>
          <p:cNvSpPr txBox="1"/>
          <p:nvPr/>
        </p:nvSpPr>
        <p:spPr>
          <a:xfrm>
            <a:off x="10087760" y="19765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마이페이지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C17FF7-ACD1-2AAF-C3F4-41477B9247F3}"/>
              </a:ext>
            </a:extLst>
          </p:cNvPr>
          <p:cNvSpPr txBox="1"/>
          <p:nvPr/>
        </p:nvSpPr>
        <p:spPr>
          <a:xfrm>
            <a:off x="358236" y="210186"/>
            <a:ext cx="2600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/>
              <a:t>Green Bank</a:t>
            </a:r>
            <a:endParaRPr lang="ko-KR" altLang="en-US" sz="3600"/>
          </a:p>
        </p:txBody>
      </p:sp>
    </p:spTree>
    <p:extLst>
      <p:ext uri="{BB962C8B-B14F-4D97-AF65-F5344CB8AC3E}">
        <p14:creationId xmlns:p14="http://schemas.microsoft.com/office/powerpoint/2010/main" val="404127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1333E7-D6E6-609F-95BB-DFE66977598E}"/>
              </a:ext>
            </a:extLst>
          </p:cNvPr>
          <p:cNvSpPr txBox="1"/>
          <p:nvPr/>
        </p:nvSpPr>
        <p:spPr>
          <a:xfrm>
            <a:off x="5093800" y="333631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/>
              <a:t>문의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6D7B70-60F1-A17C-8372-F6765058E63B}"/>
              </a:ext>
            </a:extLst>
          </p:cNvPr>
          <p:cNvSpPr/>
          <p:nvPr/>
        </p:nvSpPr>
        <p:spPr>
          <a:xfrm>
            <a:off x="2986973" y="2471351"/>
            <a:ext cx="5526834" cy="30737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집가고싶은데 어떡하죠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8D8748-DA28-B5C7-9FE6-486CEE90E688}"/>
              </a:ext>
            </a:extLst>
          </p:cNvPr>
          <p:cNvSpPr/>
          <p:nvPr/>
        </p:nvSpPr>
        <p:spPr>
          <a:xfrm>
            <a:off x="2986973" y="5754928"/>
            <a:ext cx="5526834" cy="5840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보내기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C9457A-6AC5-1F4E-6A7C-B8D93F10FBA4}"/>
              </a:ext>
            </a:extLst>
          </p:cNvPr>
          <p:cNvSpPr/>
          <p:nvPr/>
        </p:nvSpPr>
        <p:spPr>
          <a:xfrm>
            <a:off x="2986973" y="1566450"/>
            <a:ext cx="5526834" cy="565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제목</a:t>
            </a:r>
            <a:r>
              <a:rPr lang="en-US" altLang="ko-KR"/>
              <a:t>2111212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631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06E33B-4777-8CAF-3D67-015FFB016427}"/>
              </a:ext>
            </a:extLst>
          </p:cNvPr>
          <p:cNvSpPr txBox="1"/>
          <p:nvPr/>
        </p:nvSpPr>
        <p:spPr>
          <a:xfrm>
            <a:off x="3722594" y="2474893"/>
            <a:ext cx="474681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/>
              <a:t>문의가 완료되었습니다</a:t>
            </a:r>
            <a:r>
              <a:rPr lang="en-US" altLang="ko-KR" sz="2800"/>
              <a:t>! </a:t>
            </a:r>
          </a:p>
          <a:p>
            <a:r>
              <a:rPr lang="ko-KR" altLang="en-US" sz="2800"/>
              <a:t>마이페이지를 확인 해주세요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99470D-A79C-CF3F-E5D6-D0974A1B881A}"/>
              </a:ext>
            </a:extLst>
          </p:cNvPr>
          <p:cNvSpPr txBox="1"/>
          <p:nvPr/>
        </p:nvSpPr>
        <p:spPr>
          <a:xfrm>
            <a:off x="3722594" y="3548332"/>
            <a:ext cx="306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&gt;&gt;  </a:t>
            </a:r>
            <a:r>
              <a:rPr lang="ko-KR" altLang="en-US"/>
              <a:t>마이페이지로 이동하기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473D56-1CC6-ED01-3BF0-339ACF8D4A31}"/>
              </a:ext>
            </a:extLst>
          </p:cNvPr>
          <p:cNvSpPr txBox="1"/>
          <p:nvPr/>
        </p:nvSpPr>
        <p:spPr>
          <a:xfrm>
            <a:off x="3722593" y="4036996"/>
            <a:ext cx="1907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&gt;&gt;  </a:t>
            </a:r>
            <a:r>
              <a:rPr lang="ko-KR" altLang="en-US"/>
              <a:t>홈으로 이동</a:t>
            </a:r>
          </a:p>
        </p:txBody>
      </p:sp>
    </p:spTree>
    <p:extLst>
      <p:ext uri="{BB962C8B-B14F-4D97-AF65-F5344CB8AC3E}">
        <p14:creationId xmlns:p14="http://schemas.microsoft.com/office/powerpoint/2010/main" val="645347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3D0BC8-F08F-DDA4-E24D-1934D4E8E042}"/>
              </a:ext>
            </a:extLst>
          </p:cNvPr>
          <p:cNvSpPr txBox="1"/>
          <p:nvPr/>
        </p:nvSpPr>
        <p:spPr>
          <a:xfrm>
            <a:off x="4375030" y="659082"/>
            <a:ext cx="2791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/>
              <a:t>나의 문의내역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98BEA96-F41C-4B06-4C61-AADB3B9E9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265538"/>
              </p:ext>
            </p:extLst>
          </p:nvPr>
        </p:nvGraphicFramePr>
        <p:xfrm>
          <a:off x="1694247" y="1878226"/>
          <a:ext cx="8128000" cy="58477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997105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5897020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2144789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633570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82841158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목차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문의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등록날짜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답변여부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7705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C5978B7-D4B8-5A2E-8307-1022753AC6BD}"/>
              </a:ext>
            </a:extLst>
          </p:cNvPr>
          <p:cNvSpPr txBox="1"/>
          <p:nvPr/>
        </p:nvSpPr>
        <p:spPr>
          <a:xfrm>
            <a:off x="10032308" y="1243857"/>
            <a:ext cx="156555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Select-option</a:t>
            </a:r>
          </a:p>
          <a:p>
            <a:endParaRPr lang="en-US" altLang="ko-KR"/>
          </a:p>
          <a:p>
            <a:r>
              <a:rPr lang="ko-KR" altLang="en-US"/>
              <a:t>예금</a:t>
            </a:r>
            <a:endParaRPr lang="en-US" altLang="ko-KR"/>
          </a:p>
          <a:p>
            <a:r>
              <a:rPr lang="ko-KR" altLang="en-US"/>
              <a:t>카드</a:t>
            </a:r>
            <a:endParaRPr lang="en-US" altLang="ko-KR"/>
          </a:p>
          <a:p>
            <a:r>
              <a:rPr lang="ko-KR" altLang="en-US"/>
              <a:t>대출</a:t>
            </a:r>
            <a:endParaRPr lang="en-US" altLang="ko-KR"/>
          </a:p>
          <a:p>
            <a:r>
              <a:rPr lang="ko-KR" altLang="en-US"/>
              <a:t>펀드</a:t>
            </a:r>
          </a:p>
        </p:txBody>
      </p:sp>
    </p:spTree>
    <p:extLst>
      <p:ext uri="{BB962C8B-B14F-4D97-AF65-F5344CB8AC3E}">
        <p14:creationId xmlns:p14="http://schemas.microsoft.com/office/powerpoint/2010/main" val="2573926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EEA2A-02DE-A85D-8947-94862A848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BF4AB7-5CC0-3C34-9C27-2B5FFE1783B8}"/>
              </a:ext>
            </a:extLst>
          </p:cNvPr>
          <p:cNvSpPr txBox="1"/>
          <p:nvPr/>
        </p:nvSpPr>
        <p:spPr>
          <a:xfrm>
            <a:off x="4859339" y="362634"/>
            <a:ext cx="2193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/>
              <a:t>답변 상세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E0CADE-E7EF-412B-5ED8-498C765C7312}"/>
              </a:ext>
            </a:extLst>
          </p:cNvPr>
          <p:cNvSpPr/>
          <p:nvPr/>
        </p:nvSpPr>
        <p:spPr>
          <a:xfrm>
            <a:off x="2718484" y="3449936"/>
            <a:ext cx="6474941" cy="14865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(</a:t>
            </a:r>
            <a:r>
              <a:rPr lang="ko-KR" altLang="en-US"/>
              <a:t>답변내용</a:t>
            </a:r>
            <a:r>
              <a:rPr lang="en-US" altLang="ko-KR"/>
              <a:t>, read only)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08B4C1-202A-46F4-0D54-D89CFCD31FF2}"/>
              </a:ext>
            </a:extLst>
          </p:cNvPr>
          <p:cNvSpPr/>
          <p:nvPr/>
        </p:nvSpPr>
        <p:spPr>
          <a:xfrm>
            <a:off x="2718484" y="5476443"/>
            <a:ext cx="6474941" cy="6957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목록으로 돌아가기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436461-BCA4-7D66-A86F-CE881A0579A8}"/>
              </a:ext>
            </a:extLst>
          </p:cNvPr>
          <p:cNvSpPr/>
          <p:nvPr/>
        </p:nvSpPr>
        <p:spPr>
          <a:xfrm>
            <a:off x="2718484" y="1505124"/>
            <a:ext cx="6474941" cy="14865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사용자 문의 내용</a:t>
            </a:r>
            <a:r>
              <a:rPr lang="en-US" altLang="ko-KR"/>
              <a:t>(</a:t>
            </a:r>
            <a:r>
              <a:rPr lang="ko-KR" altLang="en-US"/>
              <a:t>제목</a:t>
            </a:r>
            <a:r>
              <a:rPr lang="en-US" altLang="ko-KR"/>
              <a:t>, </a:t>
            </a:r>
            <a:r>
              <a:rPr lang="ko-KR" altLang="en-US"/>
              <a:t>내용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91FCEF-2C84-403E-CBAC-3E6D455C2BC8}"/>
              </a:ext>
            </a:extLst>
          </p:cNvPr>
          <p:cNvSpPr txBox="1"/>
          <p:nvPr/>
        </p:nvSpPr>
        <p:spPr>
          <a:xfrm>
            <a:off x="333632" y="316467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/user</a:t>
            </a:r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1F8B2DF-B0AF-A1E9-5183-395ADC8C56BF}"/>
              </a:ext>
            </a:extLst>
          </p:cNvPr>
          <p:cNvSpPr/>
          <p:nvPr/>
        </p:nvSpPr>
        <p:spPr>
          <a:xfrm>
            <a:off x="7846541" y="815546"/>
            <a:ext cx="1346884" cy="4942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삭제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8B66AC-034E-5D1F-C68E-B633E8A05FBC}"/>
              </a:ext>
            </a:extLst>
          </p:cNvPr>
          <p:cNvSpPr/>
          <p:nvPr/>
        </p:nvSpPr>
        <p:spPr>
          <a:xfrm>
            <a:off x="2718484" y="799767"/>
            <a:ext cx="1346884" cy="4942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1004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9993B6-0125-2E59-A5E6-E74BE6B6C3C3}"/>
              </a:ext>
            </a:extLst>
          </p:cNvPr>
          <p:cNvSpPr txBox="1"/>
          <p:nvPr/>
        </p:nvSpPr>
        <p:spPr>
          <a:xfrm>
            <a:off x="210065" y="234779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관리자 페이지 </a:t>
            </a:r>
            <a:r>
              <a:rPr lang="en-US" altLang="ko-KR"/>
              <a:t>/admin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77A672A-E09C-8E4B-0C83-A5E45D21BF96}"/>
              </a:ext>
            </a:extLst>
          </p:cNvPr>
          <p:cNvSpPr/>
          <p:nvPr/>
        </p:nvSpPr>
        <p:spPr>
          <a:xfrm>
            <a:off x="3311236" y="3181874"/>
            <a:ext cx="5209310" cy="7897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BCA37E-AE37-2AE4-2670-346DFC0D72EF}"/>
              </a:ext>
            </a:extLst>
          </p:cNvPr>
          <p:cNvSpPr/>
          <p:nvPr/>
        </p:nvSpPr>
        <p:spPr>
          <a:xfrm>
            <a:off x="3311236" y="1997310"/>
            <a:ext cx="5209310" cy="7897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CC69B9-3145-A6A7-E29D-0F4C33921F3E}"/>
              </a:ext>
            </a:extLst>
          </p:cNvPr>
          <p:cNvSpPr txBox="1"/>
          <p:nvPr/>
        </p:nvSpPr>
        <p:spPr>
          <a:xfrm>
            <a:off x="5109419" y="577379"/>
            <a:ext cx="1612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/>
              <a:t>LOGIN</a:t>
            </a:r>
            <a:endParaRPr lang="ko-KR" altLang="en-US" sz="36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C0857-A53E-60D1-50D6-D8614407B06D}"/>
              </a:ext>
            </a:extLst>
          </p:cNvPr>
          <p:cNvSpPr txBox="1"/>
          <p:nvPr/>
        </p:nvSpPr>
        <p:spPr>
          <a:xfrm>
            <a:off x="2295758" y="2053027"/>
            <a:ext cx="1242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/>
              <a:t>ID</a:t>
            </a:r>
            <a:endParaRPr lang="ko-KR" altLang="en-US" sz="4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81AF96-B89D-AF63-D510-0FC52D143E26}"/>
              </a:ext>
            </a:extLst>
          </p:cNvPr>
          <p:cNvSpPr txBox="1"/>
          <p:nvPr/>
        </p:nvSpPr>
        <p:spPr>
          <a:xfrm>
            <a:off x="2193897" y="3263697"/>
            <a:ext cx="1242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/>
              <a:t>PW</a:t>
            </a:r>
            <a:endParaRPr lang="ko-KR" altLang="en-US" sz="40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D697F4A-3C38-97EB-F28F-DAFD794C298F}"/>
              </a:ext>
            </a:extLst>
          </p:cNvPr>
          <p:cNvGrpSpPr/>
          <p:nvPr/>
        </p:nvGrpSpPr>
        <p:grpSpPr>
          <a:xfrm>
            <a:off x="4782724" y="4641678"/>
            <a:ext cx="1939637" cy="789709"/>
            <a:chOff x="6414654" y="5107820"/>
            <a:chExt cx="1939637" cy="789709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EFA66F0-6575-1AC0-7B65-FEE8372B7959}"/>
                </a:ext>
              </a:extLst>
            </p:cNvPr>
            <p:cNvSpPr/>
            <p:nvPr/>
          </p:nvSpPr>
          <p:spPr>
            <a:xfrm>
              <a:off x="6414654" y="5107820"/>
              <a:ext cx="1939637" cy="78970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95DD4C-B988-637A-2A52-BEA9E6C67228}"/>
                </a:ext>
              </a:extLst>
            </p:cNvPr>
            <p:cNvSpPr txBox="1"/>
            <p:nvPr/>
          </p:nvSpPr>
          <p:spPr>
            <a:xfrm>
              <a:off x="6926805" y="5317714"/>
              <a:ext cx="12420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000"/>
                <a:t>로그인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1981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509D54A-8174-B7AB-1534-BC864E107939}"/>
              </a:ext>
            </a:extLst>
          </p:cNvPr>
          <p:cNvSpPr/>
          <p:nvPr/>
        </p:nvSpPr>
        <p:spPr>
          <a:xfrm>
            <a:off x="339681" y="197022"/>
            <a:ext cx="3748215" cy="6940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32E7B-81A3-D375-3D70-B2AD9288A199}"/>
              </a:ext>
            </a:extLst>
          </p:cNvPr>
          <p:cNvSpPr txBox="1"/>
          <p:nvPr/>
        </p:nvSpPr>
        <p:spPr>
          <a:xfrm>
            <a:off x="4384634" y="3483145"/>
            <a:ext cx="342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(</a:t>
            </a:r>
            <a:r>
              <a:rPr lang="ko-KR" altLang="en-US"/>
              <a:t>본인 담당 유형 미답변 리스트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F1DF2A-9F1A-8FE5-153B-4FD8442B21F9}"/>
              </a:ext>
            </a:extLst>
          </p:cNvPr>
          <p:cNvSpPr txBox="1"/>
          <p:nvPr/>
        </p:nvSpPr>
        <p:spPr>
          <a:xfrm>
            <a:off x="8748584" y="172994"/>
            <a:ext cx="3103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@@@ </a:t>
            </a:r>
            <a:r>
              <a:rPr lang="ko-KR" altLang="en-US"/>
              <a:t>관리자님 환영합니다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CE3D84-0F4F-2B87-23B3-D6F55DB2FD4E}"/>
              </a:ext>
            </a:extLst>
          </p:cNvPr>
          <p:cNvSpPr txBox="1"/>
          <p:nvPr/>
        </p:nvSpPr>
        <p:spPr>
          <a:xfrm>
            <a:off x="9465276" y="621956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담당 유형</a:t>
            </a:r>
            <a:r>
              <a:rPr lang="en-US" altLang="ko-KR"/>
              <a:t>: @@@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CCB39F-B7BD-EF5E-49A8-230A8F1E90A6}"/>
              </a:ext>
            </a:extLst>
          </p:cNvPr>
          <p:cNvSpPr txBox="1"/>
          <p:nvPr/>
        </p:nvSpPr>
        <p:spPr>
          <a:xfrm>
            <a:off x="1348366" y="331311"/>
            <a:ext cx="2590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모든 문의 관리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02F59A4-A011-9D9C-1E6F-4B0916B23EBE}"/>
              </a:ext>
            </a:extLst>
          </p:cNvPr>
          <p:cNvSpPr/>
          <p:nvPr/>
        </p:nvSpPr>
        <p:spPr>
          <a:xfrm>
            <a:off x="3938716" y="1643449"/>
            <a:ext cx="4314568" cy="43619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D087CD-EC80-ACC8-1E44-38FD2BF73B09}"/>
              </a:ext>
            </a:extLst>
          </p:cNvPr>
          <p:cNvSpPr/>
          <p:nvPr/>
        </p:nvSpPr>
        <p:spPr>
          <a:xfrm>
            <a:off x="8377881" y="1816443"/>
            <a:ext cx="1359243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답변하기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BB4679-2656-3251-AEF6-B3B97F0E4B81}"/>
              </a:ext>
            </a:extLst>
          </p:cNvPr>
          <p:cNvSpPr/>
          <p:nvPr/>
        </p:nvSpPr>
        <p:spPr>
          <a:xfrm>
            <a:off x="8377881" y="2265405"/>
            <a:ext cx="1359243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답변하기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52A03A-CAD7-8F1A-40B9-7AA41929362C}"/>
              </a:ext>
            </a:extLst>
          </p:cNvPr>
          <p:cNvSpPr/>
          <p:nvPr/>
        </p:nvSpPr>
        <p:spPr>
          <a:xfrm>
            <a:off x="8377880" y="2714367"/>
            <a:ext cx="1359243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답변하기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734521-6043-700C-38B9-B2D3100FB99A}"/>
              </a:ext>
            </a:extLst>
          </p:cNvPr>
          <p:cNvSpPr txBox="1"/>
          <p:nvPr/>
        </p:nvSpPr>
        <p:spPr>
          <a:xfrm>
            <a:off x="8377880" y="3399480"/>
            <a:ext cx="3028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(</a:t>
            </a:r>
            <a:r>
              <a:rPr lang="ko-KR" altLang="en-US"/>
              <a:t>게시글마다 답변하기 버튼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898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AAB3A2-EB7F-6C19-A5D7-7E9A792ED688}"/>
              </a:ext>
            </a:extLst>
          </p:cNvPr>
          <p:cNvSpPr txBox="1"/>
          <p:nvPr/>
        </p:nvSpPr>
        <p:spPr>
          <a:xfrm>
            <a:off x="4859339" y="362634"/>
            <a:ext cx="2193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/>
              <a:t>답변 상세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93568B-48E0-9F30-784B-12DA947DEFDB}"/>
              </a:ext>
            </a:extLst>
          </p:cNvPr>
          <p:cNvSpPr/>
          <p:nvPr/>
        </p:nvSpPr>
        <p:spPr>
          <a:xfrm>
            <a:off x="2718484" y="3449936"/>
            <a:ext cx="6474941" cy="14865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(</a:t>
            </a:r>
            <a:r>
              <a:rPr lang="ko-KR" altLang="en-US"/>
              <a:t>답변내용</a:t>
            </a:r>
            <a:r>
              <a:rPr lang="en-US" altLang="ko-KR"/>
              <a:t>, read only)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775C0E-29FD-A36D-786A-C40989329BA7}"/>
              </a:ext>
            </a:extLst>
          </p:cNvPr>
          <p:cNvSpPr/>
          <p:nvPr/>
        </p:nvSpPr>
        <p:spPr>
          <a:xfrm>
            <a:off x="2718484" y="5476443"/>
            <a:ext cx="6474941" cy="6957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목록으로 돌아가기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40B29F-47FC-282A-CCA4-9761CD90DC21}"/>
              </a:ext>
            </a:extLst>
          </p:cNvPr>
          <p:cNvSpPr/>
          <p:nvPr/>
        </p:nvSpPr>
        <p:spPr>
          <a:xfrm>
            <a:off x="2718484" y="1505124"/>
            <a:ext cx="6474941" cy="14865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사용자 문의 내용</a:t>
            </a:r>
            <a:r>
              <a:rPr lang="en-US" altLang="ko-KR"/>
              <a:t>(</a:t>
            </a:r>
            <a:r>
              <a:rPr lang="ko-KR" altLang="en-US"/>
              <a:t>제목</a:t>
            </a:r>
            <a:r>
              <a:rPr lang="en-US" altLang="ko-KR"/>
              <a:t>, </a:t>
            </a:r>
            <a:r>
              <a:rPr lang="ko-KR" altLang="en-US"/>
              <a:t>내용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96695-1210-90DC-EF87-C7EF7629649C}"/>
              </a:ext>
            </a:extLst>
          </p:cNvPr>
          <p:cNvSpPr txBox="1"/>
          <p:nvPr/>
        </p:nvSpPr>
        <p:spPr>
          <a:xfrm>
            <a:off x="247135" y="362634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/admin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916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86EC3-A676-3C70-6B41-DF8ADE499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2EF79C-4B25-9585-8738-966E1E04E514}"/>
              </a:ext>
            </a:extLst>
          </p:cNvPr>
          <p:cNvSpPr txBox="1"/>
          <p:nvPr/>
        </p:nvSpPr>
        <p:spPr>
          <a:xfrm>
            <a:off x="4859339" y="362634"/>
            <a:ext cx="2193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/>
              <a:t>답변 하기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60E09A-2ADA-4F16-34AC-98B5A1318E1F}"/>
              </a:ext>
            </a:extLst>
          </p:cNvPr>
          <p:cNvSpPr/>
          <p:nvPr/>
        </p:nvSpPr>
        <p:spPr>
          <a:xfrm>
            <a:off x="2718484" y="3449936"/>
            <a:ext cx="6474941" cy="14865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/>
              <a:t>(</a:t>
            </a:r>
            <a:r>
              <a:rPr lang="ko-KR" altLang="en-US"/>
              <a:t>답변 </a:t>
            </a:r>
            <a:r>
              <a:rPr lang="en-US" altLang="ko-KR"/>
              <a:t>input</a:t>
            </a:r>
            <a:r>
              <a:rPr lang="ko-KR" altLang="en-US"/>
              <a:t>창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5AC3E05-54AE-B76D-CEA6-D8DD78B0F86A}"/>
              </a:ext>
            </a:extLst>
          </p:cNvPr>
          <p:cNvSpPr/>
          <p:nvPr/>
        </p:nvSpPr>
        <p:spPr>
          <a:xfrm>
            <a:off x="2718484" y="5476443"/>
            <a:ext cx="6474941" cy="6957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등록하기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AD6A34-1A47-0025-E2C3-E3CFD8E4A206}"/>
              </a:ext>
            </a:extLst>
          </p:cNvPr>
          <p:cNvSpPr/>
          <p:nvPr/>
        </p:nvSpPr>
        <p:spPr>
          <a:xfrm>
            <a:off x="2718484" y="1505124"/>
            <a:ext cx="6474941" cy="14865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사용자 문의 내용</a:t>
            </a:r>
            <a:r>
              <a:rPr lang="en-US" altLang="ko-KR"/>
              <a:t>(</a:t>
            </a:r>
            <a:r>
              <a:rPr lang="ko-KR" altLang="en-US"/>
              <a:t>제목</a:t>
            </a:r>
            <a:r>
              <a:rPr lang="en-US" altLang="ko-KR"/>
              <a:t>, </a:t>
            </a:r>
            <a:r>
              <a:rPr lang="ko-KR" altLang="en-US"/>
              <a:t>내용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AD5F0C-52EE-D50D-741A-BA9279140A67}"/>
              </a:ext>
            </a:extLst>
          </p:cNvPr>
          <p:cNvSpPr txBox="1"/>
          <p:nvPr/>
        </p:nvSpPr>
        <p:spPr>
          <a:xfrm>
            <a:off x="247135" y="362634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/admin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4415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168</Words>
  <Application>Microsoft Office PowerPoint</Application>
  <PresentationFormat>와이드스크린</PresentationFormat>
  <Paragraphs>75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GGG</dc:creator>
  <cp:lastModifiedBy>GGG</cp:lastModifiedBy>
  <cp:revision>2</cp:revision>
  <dcterms:created xsi:type="dcterms:W3CDTF">2025-06-20T01:07:29Z</dcterms:created>
  <dcterms:modified xsi:type="dcterms:W3CDTF">2025-06-20T02:26:36Z</dcterms:modified>
</cp:coreProperties>
</file>